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20e5322504ce2" /><Relationship Type="http://schemas.openxmlformats.org/officeDocument/2006/relationships/extended-properties" Target="/docProps/app.xml" Id="R20af11c9b32c496a" /><Relationship Type="http://schemas.openxmlformats.org/officeDocument/2006/relationships/officeDocument" Target="/ppt/presentation.xml" Id="R63d1176825b94a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29a863a47e47f9"/>
  </p:sldMasterIdLst>
  <p:notesMasterIdLst>
    <p:notesMasterId xmlns:r="http://schemas.openxmlformats.org/officeDocument/2006/relationships" r:id="R02487105cff246d0"/>
  </p:notesMasterIdLst>
  <p:sldIdLst>
    <p:sldId xmlns:r="http://schemas.openxmlformats.org/officeDocument/2006/relationships" id="256" r:id="R89a5649182094e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9a863a47e47f9" /><Relationship Type="http://schemas.openxmlformats.org/officeDocument/2006/relationships/theme" Target="/ppt/theme/theme1.xml" Id="Rac1e699dedaf4a08" /><Relationship Type="http://schemas.openxmlformats.org/officeDocument/2006/relationships/notesMaster" Target="/ppt/notesMasters/notesMaster1.xml" Id="R02487105cff246d0" /><Relationship Type="http://schemas.openxmlformats.org/officeDocument/2006/relationships/presProps" Target="/ppt/presProps.xml" Id="Rc249c4088adf456e" /><Relationship Type="http://schemas.openxmlformats.org/officeDocument/2006/relationships/viewProps" Target="/ppt/viewProps.xml" Id="R559058f396354a23" /><Relationship Type="http://schemas.openxmlformats.org/officeDocument/2006/relationships/tableStyles" Target="/ppt/tableStyles.xml" Id="Rb95a0c70e25841a6" /><Relationship Type="http://schemas.openxmlformats.org/officeDocument/2006/relationships/slide" Target="/ppt/slides/slide1.xml" Id="R89a5649182094e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e47cdfd8f6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41fc7bee3549cb" /><Relationship Type="http://schemas.openxmlformats.org/officeDocument/2006/relationships/notesMaster" Target="/ppt/notesMasters/notesMaster1.xml" Id="Rb8fabe17b3ed4c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c6435bc0b421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1b2842a4254dcf" /><Relationship Type="http://schemas.openxmlformats.org/officeDocument/2006/relationships/slideLayout" Target="/ppt/slideLayouts/slideLayout2.xml" Id="Rc4c3f6d028a347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3f6d028a347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9913394ff34d69" /><Relationship Type="http://schemas.openxmlformats.org/officeDocument/2006/relationships/notesSlide" Target="/ppt/notesSlides/notesSlide1.xml" Id="R7cb9643558f74f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background">
            <a:extLst xmlns:a="http://schemas.openxmlformats.org/drawingml/2006/main">
              <a:ext uri="{FF2B5EF4-FFF2-40B4-BE49-F238E27FC236}">
                <a16:creationId xmlns:a16="http://schemas.microsoft.com/office/drawing/2014/main" id="{C7EE5C18-EF75-4C5D-9527-28668A98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2A635E-00EE-4266-993A-37BE5A1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News Pulse OCI Deployment Architecture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272AA00-6229-435A-B702-1D9120F8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edge-vm handles public ingress, front-vm serves the React app, back-vm runs Spring Boot and SQLite.</a:t>
            </a:r>
          </a:p>
        </p:txBody>
      </p:sp>
      <p:sp>
        <p:nvSpPr>
          <p:cNvPr id="4" name="OCI VCN boundary">
            <a:extLst xmlns:a="http://schemas.openxmlformats.org/drawingml/2006/main">
              <a:ext uri="{FF2B5EF4-FFF2-40B4-BE49-F238E27FC236}">
                <a16:creationId xmlns:a16="http://schemas.microsoft.com/office/drawing/2014/main" id="{1203F01B-1E49-441D-B985-889082B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4953000"/>
          </a:xfrm>
          <a:prstGeom xmlns:a="http://schemas.openxmlformats.org/drawingml/2006/main" prst="roundRect">
            <a:avLst>
              <a:gd name="adj" fmla="val 4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5" name="OCI VCN label">
            <a:extLst xmlns:a="http://schemas.openxmlformats.org/drawingml/2006/main">
              <a:ext uri="{FF2B5EF4-FFF2-40B4-BE49-F238E27FC236}">
                <a16:creationId xmlns:a16="http://schemas.microsoft.com/office/drawing/2014/main" id="{031D7D16-9429-48D0-8808-3D443314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OCI VCN</a:t>
            </a:r>
          </a:p>
        </p:txBody>
      </p:sp>
      <p:sp>
        <p:nvSpPr>
          <p:cNvPr id="6" name="VCN note">
            <a:extLst xmlns:a="http://schemas.openxmlformats.org/drawingml/2006/main">
              <a:ext uri="{FF2B5EF4-FFF2-40B4-BE49-F238E27FC236}">
                <a16:creationId xmlns:a16="http://schemas.microsoft.com/office/drawing/2014/main" id="{E77972A2-2EE8-4C7D-8AC8-1744676A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Only edge-vm is publicly reachable. front-vm and back-vm stay private.</a:t>
            </a:r>
          </a:p>
        </p:txBody>
      </p:sp>
      <p:sp>
        <p:nvSpPr>
          <p:cNvPr id="7" name="Browser node">
            <a:extLst xmlns:a="http://schemas.openxmlformats.org/drawingml/2006/main">
              <a:ext uri="{FF2B5EF4-FFF2-40B4-BE49-F238E27FC236}">
                <a16:creationId xmlns:a16="http://schemas.microsoft.com/office/drawing/2014/main" id="{FBA8735F-3C1E-4201-ACD2-1F04AEEB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6192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3A016-5A4F-48D6-81B0-B4A22A21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67D24-93AA-4E90-8A49-37765107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User / Chrome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5D65D-9513-4219-AC0E-81FAA893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HTTP request</a:t>
            </a:r>
          </a:p>
        </p:txBody>
      </p:sp>
      <p:sp>
        <p:nvSpPr>
          <p:cNvPr id="11" name="edge-vm node">
            <a:extLst xmlns:a="http://schemas.openxmlformats.org/drawingml/2006/main">
              <a:ext uri="{FF2B5EF4-FFF2-40B4-BE49-F238E27FC236}">
                <a16:creationId xmlns:a16="http://schemas.microsoft.com/office/drawing/2014/main" id="{D9CD00AA-23D8-4F40-9AB1-B6C945FC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1809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2" name="PUBLIC badge">
            <a:extLst xmlns:a="http://schemas.openxmlformats.org/drawingml/2006/main">
              <a:ext uri="{FF2B5EF4-FFF2-40B4-BE49-F238E27FC236}">
                <a16:creationId xmlns:a16="http://schemas.microsoft.com/office/drawing/2014/main" id="{80C34DD9-1CFE-4C03-AD31-025FAA1A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13" name="PUBLIC badge text">
            <a:extLst xmlns:a="http://schemas.openxmlformats.org/drawingml/2006/main">
              <a:ext uri="{FF2B5EF4-FFF2-40B4-BE49-F238E27FC236}">
                <a16:creationId xmlns:a16="http://schemas.microsoft.com/office/drawing/2014/main" id="{8FAF3864-240E-45D8-B51D-CA1B4965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3922F-EFE2-4CCD-912F-F030E102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edge-vm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12A6E-E633-4EF7-9047-E33236F5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Public ingress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9873B-D1DC-4B8B-833C-0029E69D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33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Reverse proxy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59701-DA2F-47FF-A9AF-2B1ED8E0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004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port 80</a:t>
            </a:r>
          </a:p>
        </p:txBody>
      </p:sp>
      <p:sp>
        <p:nvSpPr>
          <p:cNvPr id="18" name="front-vm node">
            <a:extLst xmlns:a="http://schemas.openxmlformats.org/drawingml/2006/main">
              <a:ext uri="{FF2B5EF4-FFF2-40B4-BE49-F238E27FC236}">
                <a16:creationId xmlns:a16="http://schemas.microsoft.com/office/drawing/2014/main" id="{090C810D-604C-44DD-B87E-D1D20AAE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2000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9" name="PRIVATE badge">
            <a:extLst xmlns:a="http://schemas.openxmlformats.org/drawingml/2006/main">
              <a:ext uri="{FF2B5EF4-FFF2-40B4-BE49-F238E27FC236}">
                <a16:creationId xmlns:a16="http://schemas.microsoft.com/office/drawing/2014/main" id="{6FA17DD0-51BD-4CF0-8C2E-D965F5BB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742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20" name="PRIVATE badge text">
            <a:extLst xmlns:a="http://schemas.openxmlformats.org/drawingml/2006/main">
              <a:ext uri="{FF2B5EF4-FFF2-40B4-BE49-F238E27FC236}">
                <a16:creationId xmlns:a16="http://schemas.microsoft.com/office/drawing/2014/main" id="{059826A9-5051-4D38-811C-5889698A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725E5-F7B7-4FB0-90A2-DAA13286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front-vm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19BA2-FEA9-43EE-8CE3-B2CF5786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766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Nginx static 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83D1E-89AC-4AEC-8FE4-643E4695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33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/api proxy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CF684-5F4D-43B9-94A9-14F8B480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004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port 80</a:t>
            </a:r>
          </a:p>
        </p:txBody>
      </p:sp>
      <p:sp>
        <p:nvSpPr>
          <p:cNvPr id="25" name="back-vm node">
            <a:extLst xmlns:a="http://schemas.openxmlformats.org/drawingml/2006/main">
              <a:ext uri="{FF2B5EF4-FFF2-40B4-BE49-F238E27FC236}">
                <a16:creationId xmlns:a16="http://schemas.microsoft.com/office/drawing/2014/main" id="{766DD951-D685-464B-AC10-8142A1B3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0955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26" name="PRIVATE badge">
            <a:extLst xmlns:a="http://schemas.openxmlformats.org/drawingml/2006/main">
              <a:ext uri="{FF2B5EF4-FFF2-40B4-BE49-F238E27FC236}">
                <a16:creationId xmlns:a16="http://schemas.microsoft.com/office/drawing/2014/main" id="{E531B22C-A2D8-43B6-89D0-75D64E62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33650"/>
            <a:ext cx="742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27" name="PRIVATE badge text">
            <a:extLst xmlns:a="http://schemas.openxmlformats.org/drawingml/2006/main">
              <a:ext uri="{FF2B5EF4-FFF2-40B4-BE49-F238E27FC236}">
                <a16:creationId xmlns:a16="http://schemas.microsoft.com/office/drawing/2014/main" id="{0C2BD0AE-9B53-4937-8831-B5A0EA26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B4A6C-47E8-4FC9-88CF-5F604589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14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back-vm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6C98A-90DE-449D-B9DE-51A58306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76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Spring Boot REST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FF7E60-A872-4ED3-887A-0024CBF1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337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RSS scheduler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F6DF8-C2C5-4E6A-BBC5-579A8624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004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port 8080</a:t>
            </a:r>
          </a:p>
        </p:txBody>
      </p:sp>
      <p:sp>
        <p:nvSpPr>
          <p:cNvPr id="32" name="SQLite node">
            <a:extLst xmlns:a="http://schemas.openxmlformats.org/drawingml/2006/main">
              <a:ext uri="{FF2B5EF4-FFF2-40B4-BE49-F238E27FC236}">
                <a16:creationId xmlns:a16="http://schemas.microsoft.com/office/drawing/2014/main" id="{AE0D6F70-835B-42A8-90DA-CFB21069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1809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19050">
            <a:solidFill>
              <a:srgbClr val="CA8A0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422600-A01D-4A43-AF2C-46EAACAF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38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EBF808-A57C-49DF-A442-4A62497A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530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Back-vm host volume</a:t>
            </a:r>
          </a:p>
        </p:txBody>
      </p:sp>
      <p:sp>
        <p:nvSpPr>
          <p:cNvPr id="35" name="YNA RSS node">
            <a:extLst xmlns:a="http://schemas.openxmlformats.org/drawingml/2006/main">
              <a:ext uri="{FF2B5EF4-FFF2-40B4-BE49-F238E27FC236}">
                <a16:creationId xmlns:a16="http://schemas.microsoft.com/office/drawing/2014/main" id="{7583614E-D6A6-4343-958C-8298C0A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809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385537-3ACC-433B-A4AA-03C7AACA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1620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YNA RSS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3FA47D-6FF6-4FDB-97A1-7928220A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76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External news feeds</a:t>
            </a:r>
          </a:p>
        </p:txBody>
      </p:sp>
      <p:sp>
        <p:nvSpPr>
          <p:cNvPr id="38" name="horizontal arrow line">
            <a:extLst xmlns:a="http://schemas.openxmlformats.org/drawingml/2006/main">
              <a:ext uri="{FF2B5EF4-FFF2-40B4-BE49-F238E27FC236}">
                <a16:creationId xmlns:a16="http://schemas.microsoft.com/office/drawing/2014/main" id="{DD46A328-995E-4F28-A5F4-6180D0C9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9444"/>
            <a:ext cx="7429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02DDC7-01E5-4A11-AF0C-845B94FB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527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40" name="horizontal arrow line">
            <a:extLst xmlns:a="http://schemas.openxmlformats.org/drawingml/2006/main">
              <a:ext uri="{FF2B5EF4-FFF2-40B4-BE49-F238E27FC236}">
                <a16:creationId xmlns:a16="http://schemas.microsoft.com/office/drawing/2014/main" id="{A5AFAA58-0B71-48B1-9039-5279CD7A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9444"/>
            <a:ext cx="7620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871E3F-618F-4A17-ADC6-87B405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42" name="horizontal arrow line">
            <a:extLst xmlns:a="http://schemas.openxmlformats.org/drawingml/2006/main">
              <a:ext uri="{FF2B5EF4-FFF2-40B4-BE49-F238E27FC236}">
                <a16:creationId xmlns:a16="http://schemas.microsoft.com/office/drawing/2014/main" id="{672A6C32-AC79-4C20-804D-576F3895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9444"/>
            <a:ext cx="7620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1351C7-BF22-4BB5-86AA-02E2F4A3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/api</a:t>
            </a:r>
          </a:p>
        </p:txBody>
      </p:sp>
      <p:sp>
        <p:nvSpPr>
          <p:cNvPr id="44" name="vertical arrow line">
            <a:extLst xmlns:a="http://schemas.openxmlformats.org/drawingml/2006/main">
              <a:ext uri="{FF2B5EF4-FFF2-40B4-BE49-F238E27FC236}">
                <a16:creationId xmlns:a16="http://schemas.microsoft.com/office/drawing/2014/main" id="{305B4B24-523C-411F-A560-F57B315C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4038600"/>
            <a:ext cx="238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EE84A6-BAB1-446A-A4FE-547493A4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29113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JDBC</a:t>
            </a:r>
          </a:p>
        </p:txBody>
      </p:sp>
      <p:sp>
        <p:nvSpPr>
          <p:cNvPr id="46" name="dashed vertical line">
            <a:extLst xmlns:a="http://schemas.openxmlformats.org/drawingml/2006/main">
              <a:ext uri="{FF2B5EF4-FFF2-40B4-BE49-F238E27FC236}">
                <a16:creationId xmlns:a16="http://schemas.microsoft.com/office/drawing/2014/main" id="{455FB6B9-2ADE-44DC-8654-4581C100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1771650"/>
            <a:ext cx="2381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dashed vertical line">
            <a:extLst xmlns:a="http://schemas.openxmlformats.org/drawingml/2006/main">
              <a:ext uri="{FF2B5EF4-FFF2-40B4-BE49-F238E27FC236}">
                <a16:creationId xmlns:a16="http://schemas.microsoft.com/office/drawing/2014/main" id="{2E147DE3-0F10-4DED-9F0F-B497E1BB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1924050"/>
            <a:ext cx="2381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8" name="dashed vertical line">
            <a:extLst xmlns:a="http://schemas.openxmlformats.org/drawingml/2006/main">
              <a:ext uri="{FF2B5EF4-FFF2-40B4-BE49-F238E27FC236}">
                <a16:creationId xmlns:a16="http://schemas.microsoft.com/office/drawing/2014/main" id="{DB330A2E-FA95-429B-A038-9127C9DD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2076450"/>
            <a:ext cx="2381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9" name="dashed vertical line">
            <a:extLst xmlns:a="http://schemas.openxmlformats.org/drawingml/2006/main">
              <a:ext uri="{FF2B5EF4-FFF2-40B4-BE49-F238E27FC236}">
                <a16:creationId xmlns:a16="http://schemas.microsoft.com/office/drawing/2014/main" id="{89E6AD5D-2F86-4341-9BED-42D745CE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2228850"/>
            <a:ext cx="2381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FE4F04-DCD7-44BC-9E9D-DF3003E3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526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HTTPS RSS</a:t>
            </a:r>
          </a:p>
        </p:txBody>
      </p:sp>
      <p:sp>
        <p:nvSpPr>
          <p:cNvPr id="51" name="security boundary note">
            <a:extLst xmlns:a="http://schemas.openxmlformats.org/drawingml/2006/main">
              <a:ext uri="{FF2B5EF4-FFF2-40B4-BE49-F238E27FC236}">
                <a16:creationId xmlns:a16="http://schemas.microsoft.com/office/drawing/2014/main" id="{A2E37543-D1AB-400C-9498-371293AE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Security boundary: expose edge-vm only; front-vm accepts edge traffic; back-vm accepts front-vm API traffic only.</a:t>
            </a:r>
          </a:p>
        </p:txBody>
      </p:sp>
    </p:spTree>
    <p:extLst>
      <p:ext uri="{BB962C8B-B14F-4D97-AF65-F5344CB8AC3E}">
        <p14:creationId xmlns:p14="http://schemas.microsoft.com/office/powerpoint/2010/main" val="2013255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2026-05-24T00:45:33.4190000Z</dcterms:created>
  <dcterms:modified xsi:type="dcterms:W3CDTF">2026-05-24T00:45:33.4190000Z</dcterms:modified>
</coreProperties>
</file>